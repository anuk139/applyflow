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E3DC-69B2-EF2F-676F-02A245EA8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3F5A3-44E5-E98C-A7E4-A1815F343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CB1A-AA17-6B93-34AC-41DE486F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7D890-9B49-2417-CF31-C7FC42DD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76162-6B18-0D79-76FC-D658F6275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30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54F3-059A-5475-516F-01239F8A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0C3D-CE6A-FF8F-2844-28EE4157C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AF6C8-07CC-F36B-39CD-39B05AE3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77557-1396-8685-5614-4A6489581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13A5D-4DBC-D1AE-D802-4E64C655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54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25788-D915-2CBF-1588-1309CAE6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CE41C-B512-3169-9B7F-EEDC9951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9E611-73D7-C207-558C-C3AC56B3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692A-B070-1391-0B6D-2783ED1B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9FAEB-9435-4661-AD84-FD92DB23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383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C706-3E8E-AC8A-EB70-08A7AADA3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B3CA-5330-771F-3C87-02AE25DF6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FA4DD6-87F3-2F76-C642-6C27BC2B6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257B0-2FB3-D612-5C80-01BFB86A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DC48B-0379-62D0-B756-FE7D419F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E6D1-3799-E942-6123-7823693E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607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0087-922D-C553-446F-2338AAFA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81117-DC31-E8D6-46D3-B164746C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87F8E-AB9E-1EFE-F25A-9D7DF47A7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5B4B8-64D2-4026-5016-D9F41C49D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FB79D-6240-CF74-A02A-421E6766AD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D232A-9E97-33D7-54DB-2C9F06C7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51B89-C476-AF95-BA9B-B57A4EBF1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F1373-2C76-70C6-8812-95C622C5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49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6BF3-DD09-79D4-E0D4-16963BDB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72468-2A70-C215-AD53-500D5D14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12F99-9EA9-BB6B-773C-B3794699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03BEA-2722-2A02-AA95-32E2A7FB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511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292DE-E5F9-8F1D-FD71-AD6E91B7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C2ED7-5691-DD03-1983-DA1CAB530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30768-6546-6211-E09F-4FEFD3FE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99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8E5F-5270-6402-B59B-39293F449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A8DF-52EC-D889-CB14-010D0E69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7B311-5AD4-8A8E-DEF9-FBECA712C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0F31-15A6-B870-11D7-DFC7F2720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21058-CF94-AF24-49DF-F8D6E7A9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F90BE-D540-8395-1CB1-EF57921C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7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3348-594D-7101-F76A-52165EC8A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20738C-C9B4-5D40-FAB6-92D8162D08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C8A3A-99BC-5D43-1CDB-897ADAA19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1CBF16-2FAA-3E0B-5943-73463F08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7E891-76D6-157D-333F-8700CEBC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761DC1-0FAC-E3B9-3AB3-6FCC6226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88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DEC5-6E03-020E-4A03-E6F0D20F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94BED-26F1-526F-50C7-9678E1198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467B1-A512-1554-6697-48209932A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3BEF5-C0C8-CE2D-4946-168F5931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2EF20-687F-649F-DD06-40A100A53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02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30BE8-486C-3081-5DD2-A2EF177D4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E80D1-96E3-5E57-8EB9-58C8911B7E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70D6A-0051-D887-B9F9-117FF15F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9D0A-7072-85B1-1F1C-248B8C83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3567-1B9A-EEBB-773C-F8F9E345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1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11D80-EF67-254C-9E70-9A8F772A4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CAD61-1353-5444-0115-479E02DEB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CF7C7-D926-3FC2-1B00-3D81AD34F7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4EFD2-EE23-4EF5-B54F-EE5AD49C1F4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24AF3-889C-C9C4-9A71-7BFDF7489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BB77A-2167-D5C9-E5B7-8B6DADC36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EFCC9-96B3-455E-A521-8265E9288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60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68E80-8BF4-291F-0A8F-635B96601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429"/>
            <a:ext cx="9144000" cy="1101436"/>
          </a:xfrm>
        </p:spPr>
        <p:txBody>
          <a:bodyPr>
            <a:normAutofit/>
          </a:bodyPr>
          <a:lstStyle/>
          <a:p>
            <a:r>
              <a:rPr lang="en-IN" sz="5400" b="1" u="sng" dirty="0"/>
              <a:t>SMART DOCUMENT ASSITENT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32E38-2742-E079-B05B-7BF14620F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64682" y="4104409"/>
            <a:ext cx="2303317" cy="2556164"/>
          </a:xfrm>
        </p:spPr>
        <p:txBody>
          <a:bodyPr>
            <a:normAutofit/>
          </a:bodyPr>
          <a:lstStyle/>
          <a:p>
            <a:r>
              <a:rPr lang="en-IN" sz="2000" u="sng" dirty="0"/>
              <a:t>TEAM MEMBERS</a:t>
            </a:r>
          </a:p>
          <a:p>
            <a:r>
              <a:rPr lang="en-IN" sz="2000" dirty="0"/>
              <a:t>K.ANU</a:t>
            </a:r>
          </a:p>
          <a:p>
            <a:r>
              <a:rPr lang="en-IN" sz="2000" dirty="0"/>
              <a:t>N.VIJAY ANIL</a:t>
            </a:r>
          </a:p>
          <a:p>
            <a:r>
              <a:rPr lang="en-IN" sz="2000" dirty="0"/>
              <a:t>K.JASWANTH</a:t>
            </a:r>
          </a:p>
          <a:p>
            <a:r>
              <a:rPr lang="en-IN" sz="2000" dirty="0"/>
              <a:t>N.KASHI RAMU</a:t>
            </a:r>
          </a:p>
        </p:txBody>
      </p:sp>
    </p:spTree>
    <p:extLst>
      <p:ext uri="{BB962C8B-B14F-4D97-AF65-F5344CB8AC3E}">
        <p14:creationId xmlns:p14="http://schemas.microsoft.com/office/powerpoint/2010/main" val="2584712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2E6D-7A44-3F2E-1BB4-16E2DEEF6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45" y="1"/>
            <a:ext cx="2923310" cy="935182"/>
          </a:xfrm>
        </p:spPr>
        <p:txBody>
          <a:bodyPr>
            <a:normAutofit/>
          </a:bodyPr>
          <a:lstStyle/>
          <a:p>
            <a:pPr marL="0" marR="0" lvl="0" indent="-342900" algn="l">
              <a:buFont typeface="+mj-lt"/>
              <a:buAutoNum type="arabicPeriod"/>
            </a:pPr>
            <a:r>
              <a:rPr lang="en-IN" i="1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FAFD6-9077-2A2D-A9E0-3763DAEFD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645" y="935183"/>
            <a:ext cx="10515600" cy="4760427"/>
          </a:xfrm>
        </p:spPr>
        <p:txBody>
          <a:bodyPr>
            <a:noAutofit/>
          </a:bodyPr>
          <a:lstStyle/>
          <a:p>
            <a:pPr lvl="0"/>
            <a:r>
              <a:rPr lang="en-IN" sz="1600" b="1" dirty="0"/>
              <a:t>What is a Smart Document Assistant?</a:t>
            </a:r>
            <a:br>
              <a:rPr lang="en-IN" sz="1600" dirty="0"/>
            </a:br>
            <a:r>
              <a:rPr lang="en-IN" sz="1600" dirty="0"/>
              <a:t>It is an intelligent system that helps users identify and manage the documents required for a particular service.</a:t>
            </a:r>
          </a:p>
          <a:p>
            <a:pPr lvl="0"/>
            <a:r>
              <a:rPr lang="en-IN" sz="1600" b="1" dirty="0"/>
              <a:t>What does the system provide to users?</a:t>
            </a:r>
            <a:br>
              <a:rPr lang="en-IN" sz="1600" dirty="0"/>
            </a:br>
            <a:r>
              <a:rPr lang="en-IN" sz="1600" dirty="0"/>
              <a:t>It provides a list of required documents along with checkboxes to indicate which documents the user already has and which are still needed.</a:t>
            </a:r>
          </a:p>
          <a:p>
            <a:pPr lvl="0"/>
            <a:r>
              <a:rPr lang="en-IN" sz="1600" b="1" dirty="0"/>
              <a:t>What types of input can users provide?</a:t>
            </a:r>
            <a:br>
              <a:rPr lang="en-IN" sz="1600" dirty="0"/>
            </a:br>
            <a:r>
              <a:rPr lang="en-IN" sz="1600" dirty="0"/>
              <a:t>Users can enter their requirements through </a:t>
            </a:r>
            <a:r>
              <a:rPr lang="en-IN" sz="1600" b="1" dirty="0"/>
              <a:t>text or voice input</a:t>
            </a:r>
            <a:r>
              <a:rPr lang="en-IN" sz="1600" dirty="0"/>
              <a:t>.</a:t>
            </a:r>
          </a:p>
          <a:p>
            <a:pPr lvl="0"/>
            <a:r>
              <a:rPr lang="en-IN" sz="1600" b="1" dirty="0"/>
              <a:t>What does the voice feature do?</a:t>
            </a:r>
            <a:br>
              <a:rPr lang="en-IN" sz="1600" dirty="0"/>
            </a:br>
            <a:r>
              <a:rPr lang="en-IN" sz="1600" dirty="0"/>
              <a:t>It allows users who have difficulty typing to speak their requirements, while the system converts speech into text and provides responses through a speaker.</a:t>
            </a:r>
          </a:p>
          <a:p>
            <a:pPr lvl="0"/>
            <a:r>
              <a:rPr lang="en-IN" sz="1600" b="1" dirty="0"/>
              <a:t>What happens when a user selects a service?</a:t>
            </a:r>
            <a:br>
              <a:rPr lang="en-IN" sz="1600" dirty="0"/>
            </a:br>
            <a:r>
              <a:rPr lang="en-IN" sz="1600" dirty="0"/>
              <a:t>The system identifies the service and displays the documents required to complete that service.</a:t>
            </a:r>
          </a:p>
          <a:p>
            <a:pPr lvl="0"/>
            <a:r>
              <a:rPr lang="en-IN" sz="1600" b="1" dirty="0"/>
              <a:t>What information does the checklist provide?</a:t>
            </a:r>
            <a:br>
              <a:rPr lang="en-IN" sz="1600" dirty="0"/>
            </a:br>
            <a:r>
              <a:rPr lang="en-IN" sz="1600" dirty="0"/>
              <a:t>It shows the user which documents they </a:t>
            </a:r>
            <a:r>
              <a:rPr lang="en-IN" sz="1600" b="1" dirty="0"/>
              <a:t>already have, which are missing, and which documents they still need to obtain</a:t>
            </a:r>
            <a:r>
              <a:rPr lang="en-IN" sz="1600" dirty="0"/>
              <a:t>.</a:t>
            </a:r>
          </a:p>
          <a:p>
            <a:pPr lvl="0"/>
            <a:r>
              <a:rPr lang="en-IN" sz="1600" b="1" dirty="0"/>
              <a:t>What makes the system different from a normal document list?</a:t>
            </a:r>
            <a:br>
              <a:rPr lang="en-IN" sz="1600" dirty="0"/>
            </a:br>
            <a:r>
              <a:rPr lang="en-IN" sz="1600" dirty="0"/>
              <a:t>It provides personalized guidance based on the user's selected service and current document availability rather than simply displaying a static list.</a:t>
            </a:r>
          </a:p>
          <a:p>
            <a:pPr marL="0" indent="0">
              <a:buNone/>
            </a:pPr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00627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6374C-C65D-8C98-739D-6275FAB3E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081" y="135081"/>
            <a:ext cx="1842655" cy="841663"/>
          </a:xfrm>
        </p:spPr>
        <p:txBody>
          <a:bodyPr/>
          <a:lstStyle/>
          <a:p>
            <a:r>
              <a:rPr lang="en-IN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F53B4-8EE4-6F2D-ADFB-CFD8EC222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81" y="881640"/>
            <a:ext cx="10515600" cy="5094720"/>
          </a:xfrm>
        </p:spPr>
        <p:txBody>
          <a:bodyPr>
            <a:noAutofit/>
          </a:bodyPr>
          <a:lstStyle/>
          <a:p>
            <a:pPr lvl="0"/>
            <a:r>
              <a:rPr lang="en-IN" sz="1600" b="1" dirty="0"/>
              <a:t>Why do users need a Smart Document Assistant?</a:t>
            </a:r>
            <a:br>
              <a:rPr lang="en-IN" sz="1600" dirty="0"/>
            </a:br>
            <a:r>
              <a:rPr lang="en-IN" sz="1600" dirty="0"/>
              <a:t>People often do not know exactly which documents are required when applying for different services.</a:t>
            </a:r>
          </a:p>
          <a:p>
            <a:pPr lvl="0"/>
            <a:r>
              <a:rPr lang="en-IN" sz="1600" b="1" dirty="0"/>
              <a:t>Why is a document checklist important?</a:t>
            </a:r>
            <a:br>
              <a:rPr lang="en-IN" sz="1600" dirty="0"/>
            </a:br>
            <a:r>
              <a:rPr lang="en-IN" sz="1600" dirty="0"/>
              <a:t>Users may forget required documents, which can lead to incomplete applications and repeated visits to offices.</a:t>
            </a:r>
          </a:p>
          <a:p>
            <a:pPr lvl="0"/>
            <a:r>
              <a:rPr lang="en-IN" sz="1600" b="1" dirty="0"/>
              <a:t>Why include a voice-based feature?</a:t>
            </a:r>
            <a:br>
              <a:rPr lang="en-IN" sz="1600" dirty="0"/>
            </a:br>
            <a:r>
              <a:rPr lang="en-IN" sz="1600" dirty="0"/>
              <a:t>Some users may have difficulty typing or may be more comfortable communicating through speech.</a:t>
            </a:r>
          </a:p>
          <a:p>
            <a:pPr lvl="0"/>
            <a:r>
              <a:rPr lang="en-IN" sz="1600" b="1" dirty="0"/>
              <a:t>Why show available and missing documents separately?</a:t>
            </a:r>
            <a:br>
              <a:rPr lang="en-IN" sz="1600" dirty="0"/>
            </a:br>
            <a:r>
              <a:rPr lang="en-IN" sz="1600" dirty="0"/>
              <a:t>It gives users a clear understanding of their current preparation and what they still need to arrange.</a:t>
            </a:r>
          </a:p>
          <a:p>
            <a:pPr lvl="0"/>
            <a:r>
              <a:rPr lang="en-IN" sz="1600" b="1" dirty="0"/>
              <a:t>Why use AI in the system?</a:t>
            </a:r>
            <a:br>
              <a:rPr lang="en-IN" sz="1600" dirty="0"/>
            </a:br>
            <a:r>
              <a:rPr lang="en-IN" sz="1600" dirty="0"/>
              <a:t>AI can understand a user's request expressed in natural language and help identify the relevant service and provide appropriate guidance.</a:t>
            </a:r>
          </a:p>
          <a:p>
            <a:pPr lvl="0"/>
            <a:r>
              <a:rPr lang="en-IN" sz="1600" b="1" dirty="0"/>
              <a:t>Why is this useful for non-technical users?</a:t>
            </a:r>
            <a:br>
              <a:rPr lang="en-IN" sz="1600" dirty="0"/>
            </a:br>
            <a:r>
              <a:rPr lang="en-IN" sz="1600" dirty="0"/>
              <a:t>The system simplifies complicated document requirements into an easy-to-understand checklist.</a:t>
            </a:r>
          </a:p>
          <a:p>
            <a:pPr lvl="0"/>
            <a:r>
              <a:rPr lang="en-IN" sz="1600" b="1" dirty="0"/>
              <a:t>Why is this project important?</a:t>
            </a:r>
            <a:br>
              <a:rPr lang="en-IN" sz="1600" dirty="0"/>
            </a:br>
            <a:r>
              <a:rPr lang="en-IN" sz="1600" dirty="0"/>
              <a:t>It can reduce confusion, save users' time, and help them prepare the necessary documents before starting a service or application process.</a:t>
            </a:r>
          </a:p>
          <a:p>
            <a:br>
              <a:rPr lang="en-IN" sz="1600" dirty="0"/>
            </a:br>
            <a:endParaRPr lang="en-IN" sz="1600" dirty="0"/>
          </a:p>
          <a:p>
            <a:pPr lvl="0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0044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4E70-9C7D-A52E-C6D6-F154B538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599"/>
            <a:ext cx="2175164" cy="810491"/>
          </a:xfrm>
        </p:spPr>
        <p:txBody>
          <a:bodyPr/>
          <a:lstStyle/>
          <a:p>
            <a:r>
              <a:rPr lang="en-IN" dirty="0"/>
              <a:t>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6E44D-0767-93C8-214B-05D276EA5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291" y="1039090"/>
            <a:ext cx="10515600" cy="5998730"/>
          </a:xfrm>
        </p:spPr>
        <p:txBody>
          <a:bodyPr>
            <a:noAutofit/>
          </a:bodyPr>
          <a:lstStyle/>
          <a:p>
            <a:pPr lvl="0"/>
            <a:r>
              <a:rPr lang="en-IN" sz="1600" dirty="0"/>
              <a:t>How does the user interact with the system?</a:t>
            </a:r>
            <a:br>
              <a:rPr lang="en-IN" sz="1600" dirty="0"/>
            </a:br>
            <a:r>
              <a:rPr lang="en-IN" sz="1600" dirty="0"/>
              <a:t>The user either types their requirement or speaks through the microphone.</a:t>
            </a:r>
          </a:p>
          <a:p>
            <a:pPr lvl="0"/>
            <a:r>
              <a:rPr lang="en-IN" sz="1600" dirty="0"/>
              <a:t>How does the system understand the user's request?</a:t>
            </a:r>
            <a:br>
              <a:rPr lang="en-IN" sz="1600" dirty="0"/>
            </a:br>
            <a:r>
              <a:rPr lang="en-IN" sz="1600" dirty="0"/>
              <a:t>For voice input, speech is converted into text. The system then </a:t>
            </a:r>
            <a:r>
              <a:rPr lang="en-IN" sz="1600" dirty="0" err="1"/>
              <a:t>analyzes</a:t>
            </a:r>
            <a:r>
              <a:rPr lang="en-IN" sz="1600" dirty="0"/>
              <a:t> the text to identify the requested service.</a:t>
            </a:r>
          </a:p>
          <a:p>
            <a:pPr lvl="0"/>
            <a:r>
              <a:rPr lang="en-IN" sz="1600" dirty="0"/>
              <a:t>How does the system determine the required documents?</a:t>
            </a:r>
            <a:br>
              <a:rPr lang="en-IN" sz="1600" dirty="0"/>
            </a:br>
            <a:r>
              <a:rPr lang="en-IN" sz="1600" dirty="0"/>
              <a:t>It matches the identified service with the corresponding document requirements stored in its database or knowledge base.</a:t>
            </a:r>
          </a:p>
          <a:p>
            <a:pPr lvl="0"/>
            <a:r>
              <a:rPr lang="en-IN" sz="1600" dirty="0"/>
              <a:t>How does the user indicate which documents they have?</a:t>
            </a:r>
            <a:br>
              <a:rPr lang="en-IN" sz="1600" dirty="0"/>
            </a:br>
            <a:r>
              <a:rPr lang="en-IN" sz="1600" dirty="0"/>
              <a:t>The system displays each required document with a checkbox, allowing the user to select the documents they already possess.</a:t>
            </a:r>
          </a:p>
          <a:p>
            <a:pPr lvl="0"/>
            <a:r>
              <a:rPr lang="en-IN" sz="1600" dirty="0"/>
              <a:t>How does the system identify missing documents?</a:t>
            </a:r>
            <a:br>
              <a:rPr lang="en-IN" sz="1600" dirty="0"/>
            </a:br>
            <a:r>
              <a:rPr lang="en-IN" sz="1600" dirty="0"/>
              <a:t>It compares the complete list of required documents with the documents selected by the user and identifies the unchecked documents as missing.</a:t>
            </a:r>
          </a:p>
          <a:p>
            <a:pPr lvl="0"/>
            <a:r>
              <a:rPr lang="en-IN" sz="1600" dirty="0"/>
              <a:t>How does the system communicate the result?</a:t>
            </a:r>
            <a:br>
              <a:rPr lang="en-IN" sz="1600" dirty="0"/>
            </a:br>
            <a:r>
              <a:rPr lang="en-IN" sz="1600" dirty="0"/>
              <a:t>It displays the result as text and can also read the response aloud using text-to-speech.</a:t>
            </a:r>
          </a:p>
          <a:p>
            <a:pPr lvl="0"/>
            <a:r>
              <a:rPr lang="en-IN" sz="1600" dirty="0"/>
              <a:t>How can the system be made more intelligent?</a:t>
            </a:r>
            <a:br>
              <a:rPr lang="en-IN" sz="1600" dirty="0"/>
            </a:br>
            <a:r>
              <a:rPr lang="en-IN" sz="1600" dirty="0"/>
              <a:t>AI can be used to understand natural-language requests, answer follow-up questions, explain document requirements, and provide personalized guidance.</a:t>
            </a:r>
          </a:p>
          <a:p>
            <a:pPr lvl="0"/>
            <a:r>
              <a:rPr lang="en-IN" sz="1600" dirty="0"/>
              <a:t>How can document verification be added?</a:t>
            </a:r>
            <a:br>
              <a:rPr lang="en-IN" sz="1600" dirty="0"/>
            </a:br>
            <a:r>
              <a:rPr lang="en-IN" sz="1600" dirty="0"/>
              <a:t>Users can upload documents, and OCR/document-analysis techniques can be used to extract information and help identify the uploaded document type.</a:t>
            </a:r>
          </a:p>
          <a:p>
            <a:br>
              <a:rPr lang="en-IN" sz="1600" dirty="0"/>
            </a:b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6668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64DB-F793-5CBA-7F0D-256941C6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037" y="88127"/>
            <a:ext cx="5320146" cy="829830"/>
          </a:xfrm>
        </p:spPr>
        <p:txBody>
          <a:bodyPr>
            <a:normAutofit/>
          </a:bodyPr>
          <a:lstStyle/>
          <a:p>
            <a:r>
              <a:rPr lang="en-IN" u="sng" dirty="0"/>
              <a:t>EMPATHY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0957-7B14-4674-8F92-FE1228E23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92" y="1005568"/>
            <a:ext cx="5115791" cy="2814372"/>
          </a:xfrm>
        </p:spPr>
        <p:txBody>
          <a:bodyPr>
            <a:noAutofit/>
          </a:bodyPr>
          <a:lstStyle/>
          <a:p>
            <a:r>
              <a:rPr lang="en-IN" sz="1800" b="1" dirty="0"/>
              <a:t>1. </a:t>
            </a:r>
            <a:r>
              <a:rPr lang="en-IN" sz="1800" b="1" u="sng" dirty="0"/>
              <a:t>Says</a:t>
            </a:r>
            <a:r>
              <a:rPr lang="en-IN" sz="1800" b="1" dirty="0"/>
              <a:t> 💬</a:t>
            </a:r>
          </a:p>
          <a:p>
            <a:pPr lvl="0"/>
            <a:r>
              <a:rPr lang="en-IN" sz="1800" dirty="0"/>
              <a:t>“I want something simple and easy to use.”</a:t>
            </a:r>
          </a:p>
          <a:p>
            <a:pPr lvl="0"/>
            <a:r>
              <a:rPr lang="en-IN" sz="1800" dirty="0"/>
              <a:t>“I don't want to waste too much time figuring out how it works.”</a:t>
            </a:r>
          </a:p>
          <a:p>
            <a:pPr lvl="0"/>
            <a:r>
              <a:rPr lang="en-IN" sz="1800" dirty="0"/>
              <a:t>“I need accurate and useful information.”</a:t>
            </a:r>
          </a:p>
          <a:p>
            <a:pPr lvl="0"/>
            <a:r>
              <a:rPr lang="en-IN" sz="1800" dirty="0"/>
              <a:t>“It would be helpful if everything was available in one place.”</a:t>
            </a:r>
          </a:p>
          <a:p>
            <a:pPr lvl="0"/>
            <a:r>
              <a:rPr lang="en-IN" sz="1800" dirty="0"/>
              <a:t>“I want the system to make my work easier, not more complicated.”</a:t>
            </a:r>
            <a:br>
              <a:rPr lang="en-IN" sz="1800" dirty="0"/>
            </a:br>
            <a:endParaRPr lang="en-IN" sz="1800" dirty="0"/>
          </a:p>
          <a:p>
            <a:endParaRPr lang="en-IN" sz="1800" dirty="0"/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601D64-8AAA-591F-2980-96B18C838032}"/>
              </a:ext>
            </a:extLst>
          </p:cNvPr>
          <p:cNvSpPr txBox="1"/>
          <p:nvPr/>
        </p:nvSpPr>
        <p:spPr>
          <a:xfrm>
            <a:off x="6234544" y="1029101"/>
            <a:ext cx="51781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2. </a:t>
            </a:r>
            <a:r>
              <a:rPr lang="en-IN" b="1" u="sng" dirty="0"/>
              <a:t>Thinks</a:t>
            </a:r>
            <a:r>
              <a:rPr lang="en-IN" b="1" dirty="0"/>
              <a:t> 🧠</a:t>
            </a:r>
          </a:p>
          <a:p>
            <a:pPr lvl="0"/>
            <a:r>
              <a:rPr lang="en-IN" dirty="0"/>
              <a:t>“Is this solution reliable?”</a:t>
            </a:r>
          </a:p>
          <a:p>
            <a:pPr lvl="0"/>
            <a:r>
              <a:rPr lang="en-IN" dirty="0"/>
              <a:t>“Will this actually save me time?”</a:t>
            </a:r>
          </a:p>
          <a:p>
            <a:pPr lvl="0"/>
            <a:r>
              <a:rPr lang="en-IN" dirty="0"/>
              <a:t>“Can I trust the information provided?”</a:t>
            </a:r>
          </a:p>
          <a:p>
            <a:pPr lvl="0"/>
            <a:r>
              <a:rPr lang="en-IN" dirty="0"/>
              <a:t>“What if I make a mistake while using it?”</a:t>
            </a:r>
          </a:p>
          <a:p>
            <a:pPr lvl="0"/>
            <a:r>
              <a:rPr lang="en-IN" dirty="0"/>
              <a:t>“I need a solution that works quickly and efficiently.”</a:t>
            </a:r>
          </a:p>
          <a:p>
            <a:pPr lvl="0"/>
            <a:r>
              <a:rPr lang="en-IN" dirty="0"/>
              <a:t>“I don't want to learn a complicated process just to use it.”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69AB4-8B3C-9F89-C223-8EF38FCB480B}"/>
              </a:ext>
            </a:extLst>
          </p:cNvPr>
          <p:cNvSpPr txBox="1"/>
          <p:nvPr/>
        </p:nvSpPr>
        <p:spPr>
          <a:xfrm>
            <a:off x="6442789" y="3907551"/>
            <a:ext cx="58951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3. </a:t>
            </a:r>
            <a:r>
              <a:rPr lang="en-IN" b="1" u="sng" dirty="0"/>
              <a:t>Does</a:t>
            </a:r>
            <a:r>
              <a:rPr lang="en-IN" b="1" dirty="0"/>
              <a:t> 👤</a:t>
            </a:r>
          </a:p>
          <a:p>
            <a:pPr lvl="0"/>
            <a:r>
              <a:rPr lang="en-IN" dirty="0"/>
              <a:t>Searches for information using different sources.</a:t>
            </a:r>
          </a:p>
          <a:p>
            <a:pPr lvl="0"/>
            <a:r>
              <a:rPr lang="en-IN" dirty="0"/>
              <a:t>Compares different options before making a decision.</a:t>
            </a:r>
          </a:p>
          <a:p>
            <a:pPr lvl="0"/>
            <a:r>
              <a:rPr lang="en-IN" dirty="0"/>
              <a:t>Uses mobile phones or computers to complete tasks.</a:t>
            </a:r>
          </a:p>
          <a:p>
            <a:pPr lvl="0"/>
            <a:r>
              <a:rPr lang="en-IN" dirty="0"/>
              <a:t>Asks friends, teachers, or others when confused.</a:t>
            </a:r>
          </a:p>
          <a:p>
            <a:pPr lvl="0"/>
            <a:r>
              <a:rPr lang="en-IN" dirty="0"/>
              <a:t>Sometimes gives up when the existing process is too complicated.</a:t>
            </a:r>
          </a:p>
          <a:p>
            <a:pPr lvl="0"/>
            <a:r>
              <a:rPr lang="en-IN" dirty="0"/>
              <a:t>Looks for faster and more convenient alternatives.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5BADD6-B526-1E7D-930C-46D6FEF3E41D}"/>
              </a:ext>
            </a:extLst>
          </p:cNvPr>
          <p:cNvSpPr txBox="1">
            <a:spLocks/>
          </p:cNvSpPr>
          <p:nvPr/>
        </p:nvSpPr>
        <p:spPr>
          <a:xfrm>
            <a:off x="779320" y="1029101"/>
            <a:ext cx="3616035" cy="2046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7913F6-7041-C0D3-3445-EAC9C026B430}"/>
              </a:ext>
            </a:extLst>
          </p:cNvPr>
          <p:cNvSpPr txBox="1"/>
          <p:nvPr/>
        </p:nvSpPr>
        <p:spPr>
          <a:xfrm>
            <a:off x="1080655" y="3955592"/>
            <a:ext cx="46269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4. </a:t>
            </a:r>
            <a:r>
              <a:rPr lang="en-IN" b="1" u="sng" dirty="0"/>
              <a:t>Feels</a:t>
            </a:r>
            <a:r>
              <a:rPr lang="en-IN" b="1" dirty="0"/>
              <a:t> ❤️</a:t>
            </a:r>
          </a:p>
          <a:p>
            <a:pPr lvl="0"/>
            <a:r>
              <a:rPr lang="en-IN" b="1" dirty="0"/>
              <a:t>Frustrated</a:t>
            </a:r>
            <a:r>
              <a:rPr lang="en-IN" dirty="0"/>
              <a:t> when the existing process takes too much time.</a:t>
            </a:r>
          </a:p>
          <a:p>
            <a:pPr lvl="0"/>
            <a:r>
              <a:rPr lang="en-IN" dirty="0"/>
              <a:t>Confused when information is unclear or scattered.</a:t>
            </a:r>
          </a:p>
          <a:p>
            <a:pPr lvl="0"/>
            <a:r>
              <a:rPr lang="en-IN" b="1" dirty="0"/>
              <a:t>Worried</a:t>
            </a:r>
            <a:r>
              <a:rPr lang="en-IN" dirty="0"/>
              <a:t> about making mistakes.</a:t>
            </a:r>
          </a:p>
          <a:p>
            <a:pPr lvl="0"/>
            <a:r>
              <a:rPr lang="en-IN" b="1" dirty="0"/>
              <a:t>Curious</a:t>
            </a:r>
            <a:r>
              <a:rPr lang="en-IN" dirty="0"/>
              <a:t> about better solutions.</a:t>
            </a:r>
          </a:p>
          <a:p>
            <a:pPr lvl="0"/>
            <a:r>
              <a:rPr lang="en-IN" b="1" dirty="0"/>
              <a:t>Relieved</a:t>
            </a:r>
            <a:r>
              <a:rPr lang="en-IN" dirty="0"/>
              <a:t> when the process becomes simple.</a:t>
            </a:r>
          </a:p>
          <a:p>
            <a:pPr lvl="0"/>
            <a:r>
              <a:rPr lang="en-IN" b="1" dirty="0"/>
              <a:t>Satisfied</a:t>
            </a:r>
            <a:r>
              <a:rPr lang="en-IN" dirty="0"/>
              <a:t> when the system gives quick and accurate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38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887</Words>
  <Application>Microsoft Office PowerPoint</Application>
  <PresentationFormat>Widescreen</PresentationFormat>
  <Paragraphs>66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SMART DOCUMENT ASSITENT</vt:lpstr>
      <vt:lpstr>What?</vt:lpstr>
      <vt:lpstr>WHY?</vt:lpstr>
      <vt:lpstr>HOW?</vt:lpstr>
      <vt:lpstr>EMPATHY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Neeladri Deepak</dc:creator>
  <cp:lastModifiedBy>KESABOYINA YAHOSHUVA</cp:lastModifiedBy>
  <cp:revision>2</cp:revision>
  <dcterms:created xsi:type="dcterms:W3CDTF">2026-09-07T10:53:23Z</dcterms:created>
  <dcterms:modified xsi:type="dcterms:W3CDTF">2026-09-13T15:14:29Z</dcterms:modified>
</cp:coreProperties>
</file>